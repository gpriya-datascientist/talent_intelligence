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073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01830">
              <a:alpha val="7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365760" y="1005840"/>
            <a:ext cx="3657600" cy="914400"/>
          </a:xfrm>
          <a:prstGeom prst="rect">
            <a:avLst/>
          </a:prstGeom>
          <a:noFill/>
          <a:ln/>
          <a:effectLst>
            <a:outerShdw blurRad="101600" dist="25400" dir="27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Intelligence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65760" y="1965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Internal Team Assembly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2606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people for new projects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your company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before hiring externally.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5F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spend weeks hiring externally.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person is already on the team — their job title just doesn't show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Titles Lie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hidden behind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job titles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1488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38328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Weeks Lost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200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screening, interviews,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periods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€30K Cost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fees +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for known skills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35808" y="3246120"/>
            <a:ext cx="246888" cy="0"/>
          </a:xfrm>
          <a:prstGeom prst="line">
            <a:avLst/>
          </a:prstGeom>
          <a:noFill/>
          <a:ln w="25400">
            <a:solidFill>
              <a:srgbClr val="1A7B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5961888" y="3246120"/>
            <a:ext cx="246888" cy="0"/>
          </a:xfrm>
          <a:prstGeom prst="line">
            <a:avLst/>
          </a:prstGeom>
          <a:noFill/>
          <a:ln w="25400">
            <a:solidFill>
              <a:srgbClr val="1A7B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5F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65760" y="4782312"/>
            <a:ext cx="8412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Intelligence solves all three —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5F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0A5F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Product Owner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20440" y="86868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520440" y="868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Employee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0" y="86868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766560" y="868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SME Expert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25880" y="1508760"/>
            <a:ext cx="0" cy="320040"/>
          </a:xfrm>
          <a:prstGeom prst="line">
            <a:avLst/>
          </a:prstGeom>
          <a:noFill/>
          <a:ln w="1905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0" cy="320040"/>
          </a:xfrm>
          <a:prstGeom prst="line">
            <a:avLst/>
          </a:prstGeom>
          <a:noFill/>
          <a:ln w="1905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7818120" y="1508760"/>
            <a:ext cx="0" cy="320040"/>
          </a:xfrm>
          <a:prstGeom prst="line">
            <a:avLst/>
          </a:prstGeom>
          <a:noFill/>
          <a:ln w="1905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0A5F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274320" y="18745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5-Stage AI Pipeline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69748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A7BC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274320" y="2697480"/>
            <a:ext cx="1600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74520" y="3200400"/>
            <a:ext cx="411480" cy="0"/>
          </a:xfrm>
          <a:prstGeom prst="line">
            <a:avLst/>
          </a:prstGeom>
          <a:noFill/>
          <a:ln w="19050">
            <a:solidFill>
              <a:srgbClr val="2596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2011680" y="269748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565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2011680" y="2697480"/>
            <a:ext cx="1600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11880" y="3200400"/>
            <a:ext cx="411480" cy="0"/>
          </a:xfrm>
          <a:prstGeom prst="line">
            <a:avLst/>
          </a:prstGeom>
          <a:noFill/>
          <a:ln w="19050">
            <a:solidFill>
              <a:srgbClr val="2596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3749040" y="269748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A7BC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749040" y="2697480"/>
            <a:ext cx="1600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3200400"/>
            <a:ext cx="411480" cy="0"/>
          </a:xfrm>
          <a:prstGeom prst="line">
            <a:avLst/>
          </a:prstGeom>
          <a:noFill/>
          <a:ln w="19050">
            <a:solidFill>
              <a:srgbClr val="2596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5486400" y="269748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565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486400" y="2697480"/>
            <a:ext cx="1600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86600" y="3200400"/>
            <a:ext cx="411480" cy="0"/>
          </a:xfrm>
          <a:prstGeom prst="line">
            <a:avLst/>
          </a:prstGeom>
          <a:noFill/>
          <a:ln w="19050">
            <a:solidFill>
              <a:srgbClr val="2596D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7223760" y="269748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A7BC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7223760" y="2697480"/>
            <a:ext cx="1600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37673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011680" y="37673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49040" y="37673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0" y="37673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23760" y="37673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+ n8n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371600" y="4160520"/>
            <a:ext cx="6400800" cy="68580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1371600" y="4160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Assembled — Primary (Green) + Additional (Orange) + Like-for-Like Replacements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3730752"/>
            <a:ext cx="0" cy="429768"/>
          </a:xfrm>
          <a:prstGeom prst="line">
            <a:avLst/>
          </a:prstGeom>
          <a:noFill/>
          <a:ln w="1905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Employee — Build Your Evidence Profile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91440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extracts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automatically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12848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7BC4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2926080" y="914400"/>
            <a:ext cx="914400" cy="914400"/>
          </a:xfrm>
          <a:prstGeom prst="ellipse">
            <a:avLst/>
          </a:prstGeom>
          <a:solidFill>
            <a:srgbClr val="1565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292608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🐙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14600" y="19019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confirmed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61688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7BC4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0" y="82296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5074920" y="91440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07492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19019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GitLab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work counted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10528" y="16002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7BC4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720840" y="82296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7223760" y="914400"/>
            <a:ext cx="914400" cy="914400"/>
          </a:xfrm>
          <a:prstGeom prst="ellipse">
            <a:avLst/>
          </a:prstGeom>
          <a:solidFill>
            <a:srgbClr val="0A5F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722376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12280" y="19019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2423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free + start date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ranking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337560"/>
            <a:ext cx="8595360" cy="1143000"/>
          </a:xfrm>
          <a:prstGeom prst="roundRect">
            <a:avLst>
              <a:gd name="adj" fmla="val 9600"/>
            </a:avLst>
          </a:prstGeom>
          <a:solidFill>
            <a:srgbClr val="0A5F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457200" y="34290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3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profile  ranked by GitHub proof, not just resume claims.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evidence added  →  Higher ranking score  →  Right projects find you.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5F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Product Owner — Describe. Find. Assemble.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F0F7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Types in Plain English: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need an AI chatbot with RAG for HR documents"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3474720" cy="0"/>
          </a:xfrm>
          <a:prstGeom prst="line">
            <a:avLst/>
          </a:prstGeom>
          <a:noFill/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Start Date    </a:t>
            </a: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15, 2026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 Duration       </a:t>
            </a: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Total Hours   </a:t>
            </a: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hours  →  ~2 people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24528" y="2011680"/>
            <a:ext cx="502920" cy="0"/>
          </a:xfrm>
          <a:prstGeom prst="line">
            <a:avLst/>
          </a:prstGeom>
          <a:noFill/>
          <a:ln w="25400">
            <a:solidFill>
              <a:srgbClr val="1A7BC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251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7BC4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00600" y="82296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0A5F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89204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AI 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298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Wish Parser - GPT-4 understands intent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Domain Router - SME needed?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9933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Requirement Builder - Skills spec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3408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FAISS Search - Semantic match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6883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Ranker -  6-factor scoring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10B981">
              <a:alpha val="15000"/>
            </a:srgbClr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280160" y="3401568"/>
            <a:ext cx="713232" cy="7132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280160" y="34015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🟢 </a:t>
            </a:r>
            <a:r>
              <a:rPr lang="en-US" sz="1000" dirty="0">
                <a:solidFill>
                  <a:srgbClr val="000000"/>
                </a:solidFill>
              </a:rPr>
              <a:t>Primary Team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Primary Team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best matches)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572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cards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340614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59E0B">
              <a:alpha val="15000"/>
            </a:srgbClr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4206240" y="3401568"/>
            <a:ext cx="713232" cy="7132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206240" y="34015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🟠 Additional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4160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Additional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4572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cards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333756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8B5CF6">
              <a:alpha val="15000"/>
            </a:srgbClr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7132320" y="3401568"/>
            <a:ext cx="713232" cy="71323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7132320" y="34015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000" dirty="0">
                <a:solidFill>
                  <a:srgbClr val="000000"/>
                </a:solidFill>
              </a:rPr>
              <a:t>Like-for-Like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4160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Like-for-Like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4572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primary card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SME Expert — Specialist Knowledge On Demand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2606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932688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77240" y="93268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92608" y="9326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Detected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detects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audio_dsp / blockchain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compliance domain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12848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23160" y="822960"/>
            <a:ext cx="1920240" cy="2606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2926080" y="932688"/>
            <a:ext cx="914400" cy="9144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926080" y="93268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41448" y="9326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9202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Notification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239572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to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automatically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contact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61688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0" y="822960"/>
            <a:ext cx="1920240" cy="2606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5074920" y="932688"/>
            <a:ext cx="914400" cy="914400"/>
          </a:xfrm>
          <a:prstGeom prst="ellipse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74920" y="93268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90288" y="9326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9202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Answers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39572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logs in &amp;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technical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10528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720840" y="822960"/>
            <a:ext cx="1920240" cy="26060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7223760" y="932688"/>
            <a:ext cx="914400" cy="914400"/>
          </a:xfrm>
          <a:prstGeom prst="ellipse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7223760" y="93268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▶️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739128" y="9326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19202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Resumes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12280" y="2395728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found using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constraints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566160"/>
            <a:ext cx="8595360" cy="1325880"/>
          </a:xfrm>
          <a:prstGeom prst="roundRect">
            <a:avLst>
              <a:gd name="adj" fmla="val 8276"/>
            </a:avLst>
          </a:prstGeom>
          <a:solidFill>
            <a:srgbClr val="7C3AED">
              <a:alpha val="8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57200" y="36393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This Matters for Business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00507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 never needs to know what STM32 or CMSIS-DSP means.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finds the expert, captures the knowledge, and assembles the right team 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5F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— Why It Matters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0A5F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Weeks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 Seconds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find a team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00400" y="914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€0.05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126480" y="914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team assembly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274320" y="24231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💎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8680" y="2423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 Found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76148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confirmed by GitHub,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resume claims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3317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200400" y="24231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94760" y="2423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Contingency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94760" y="276148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 replacements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every team member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33172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126480" y="24231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20840" y="2423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2761488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+ availability check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team is assembled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593592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274320" y="3685032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68680" y="36850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Knowledge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02336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consultation triggered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for specialist domains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593592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3200400" y="3685032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794760" y="36850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94760" y="402336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 traced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Langfuse — cost + latency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593592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6126480" y="3685032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720840" y="36850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4023360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events: email, notify,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pipeline — no manual steps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830">
              <a:alpha val="5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  <a:ln/>
          <a:effectLst>
            <a:outerShdw blurRad="127000" dist="25400" dir="27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Intelligence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1965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Internal Team Assembly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·  FastAPI  ·  FAISS  ·  OpenAI  ·  PostgreSQL  ·  Langfuse  ·  n8n  ·  React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0" y="3108960"/>
            <a:ext cx="457200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2286000" y="31089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 engineer. 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its own algorithm.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#2.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572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On-screen Show (16:9)</PresentationFormat>
  <Paragraphs>171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Sridhar Gurupriya</cp:lastModifiedBy>
  <cp:revision>2</cp:revision>
  <dcterms:created xsi:type="dcterms:W3CDTF">2026-06-22T10:14:37Z</dcterms:created>
  <dcterms:modified xsi:type="dcterms:W3CDTF">2026-06-22T12:44:33Z</dcterms:modified>
</cp:coreProperties>
</file>